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70" r:id="rId9"/>
    <p:sldId id="269" r:id="rId10"/>
    <p:sldId id="271" r:id="rId11"/>
    <p:sldId id="267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Work Sans Light" pitchFamily="2" charset="0"/>
      <p:regular r:id="rId23"/>
      <p:bold r:id="rId24"/>
      <p:italic r:id="rId25"/>
      <p:boldItalic r:id="rId26"/>
    </p:embeddedFont>
    <p:embeddedFont>
      <p:font typeface="Work Sans Medium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6" name="Google Shape;1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9241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3558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359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8" name="Google Shape;1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97" name="Google Shape;1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about:bla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about:blan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about:bla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ltertique/EduMultiPro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9231" y="-270850"/>
            <a:ext cx="12278859" cy="770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Window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-3150" t="-100000" r="3147" b="10000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8004014" y="6085642"/>
            <a:ext cx="40548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418657" y="4923904"/>
            <a:ext cx="3354686" cy="707846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4000" b="1" i="0" u="none" strike="noStrike" cap="non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EduMultiPro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5705" y="946574"/>
            <a:ext cx="3667637" cy="3829584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568"/>
              </a:srgbClr>
            </a:outerShdw>
          </a:effectLst>
        </p:spPr>
      </p:pic>
      <p:sp>
        <p:nvSpPr>
          <p:cNvPr id="101" name="Google Shape;101;p15" descr="Patrón abstracto con nube de acuarela azul sobre fondo blanco. Textura de  salpicaduras de agua de acuarela cian. Mancha de pintura de color pastel  vectorial. Fondo de acuarela azul | Vector Premium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998126" y="2968556"/>
            <a:ext cx="580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Johan Sneider Madrigal Tique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 Santiago Moralez Pachón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María Alejandra Villazón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 descr="弊社、取り扱い商品の条件 | 【美容ディーラー】 ビューティベンダー株式会社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644" y="2340091"/>
            <a:ext cx="4071377" cy="350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376088" y="2782710"/>
            <a:ext cx="26480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EduMultiPro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5736000" y="3802198"/>
            <a:ext cx="720000" cy="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7"/>
          <p:cNvSpPr txBox="1"/>
          <p:nvPr/>
        </p:nvSpPr>
        <p:spPr>
          <a:xfrm>
            <a:off x="5652117" y="3969098"/>
            <a:ext cx="60960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digital de multi herramientas ofrece un portal que se centra 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punto de acceso único para estudiantes, docentes y administradores, donde podrán encontrar toda la información relevante del colegio de manera rápida y sencilla. Desde novedades institucionales hasta horarios de clases, tareas y trabajos asignados, todo está disponible en un solo lugar, facilitando la organización y la accesibilidad de la información educativa.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68" y="2227476"/>
            <a:ext cx="3774283" cy="348324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19" name="Google Shape;119;p17"/>
          <p:cNvSpPr txBox="1"/>
          <p:nvPr/>
        </p:nvSpPr>
        <p:spPr>
          <a:xfrm>
            <a:off x="10555111" y="6219473"/>
            <a:ext cx="14526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8806" y="2167260"/>
            <a:ext cx="5848927" cy="35710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8"/>
          <p:cNvCxnSpPr>
            <a:stCxn id="125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18"/>
          <p:cNvSpPr txBox="1"/>
          <p:nvPr/>
        </p:nvSpPr>
        <p:spPr>
          <a:xfrm>
            <a:off x="1200296" y="2890968"/>
            <a:ext cx="47829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una plataforma digital integral que centralice y optimice la gestión académica y administrativa en instituciones educativas con múltiples herramientas esenciales para docentes y estudiantes, facilitando la comunicación, la organización y el acceso a la información educativa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0336392" y="6362083"/>
            <a:ext cx="17213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9"/>
          <p:cNvCxnSpPr>
            <a:stCxn id="133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19"/>
          <p:cNvSpPr txBox="1"/>
          <p:nvPr/>
        </p:nvSpPr>
        <p:spPr>
          <a:xfrm>
            <a:off x="324868" y="1837010"/>
            <a:ext cx="5547900" cy="5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-Diseñar un portal educativo donde se publique todo tipo de noticias relevantes de la institución.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-Centralizar la administración de cursos, horarios, materias, boletines y planillas para mejorar la eficiencia en la organización educativa.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-Implementar un área de asignación y entrega de trabajos.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-Ofrecer un espacio digital donde los estudiantes puedan consultar notas, tareas, y otros recursos académicos de manera ágil y accesible.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8287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-Crear una plataforma digital de múltiples funciones con el fin de mejorar la calidad y la formación de los aprendices que pertenezcan al entorno educativo.</a:t>
            </a:r>
            <a:endParaRPr sz="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0013" y="1376457"/>
            <a:ext cx="4118499" cy="451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10505453" y="6330202"/>
            <a:ext cx="1686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ES" dirty="0" err="1">
                <a:solidFill>
                  <a:schemeClr val="bg1"/>
                </a:solidFill>
              </a:rPr>
              <a:t>Backend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10444477" y="63729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s-MX" sz="18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b="0" i="0" u="none" strike="noStrike" cap="none">
                <a:solidFill>
                  <a:schemeClr val="hlink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Tabulación</a:t>
            </a:r>
            <a:r>
              <a:rPr lang="es-MX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944818-57E2-B21B-40F3-9DD7D35C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07" y="1642097"/>
            <a:ext cx="5651513" cy="22506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43013F-D5F1-5979-7347-FFBD29AC6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07" y="3980846"/>
            <a:ext cx="5651513" cy="2781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D709D2-EDA3-D221-361B-2EA9DB593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998" y="1642098"/>
            <a:ext cx="5651513" cy="22506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68ABBAB-9330-1548-AD2A-94FF06B55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998" y="3980846"/>
            <a:ext cx="5651513" cy="2392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Frontend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B2CB4A-EBA2-4942-6A70-74B51F91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8" y="1570010"/>
            <a:ext cx="5373189" cy="25317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6BBBEE-E1F8-CF1E-C74D-6BE6DBB7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257" y="1570010"/>
            <a:ext cx="5683435" cy="25317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28BF72-F59F-F0C1-D446-D4F3EA332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28" y="4220226"/>
            <a:ext cx="5373189" cy="25317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D2F1A72-D4B1-A406-9E8F-F901F35C8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256" y="4220225"/>
            <a:ext cx="5683435" cy="2531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Aplicación Móvil 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64A948-A654-6A3D-D893-5810D9017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27" y="1537249"/>
            <a:ext cx="2228180" cy="499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E876DCE-7FA6-E70B-E636-61178C0E5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21" y="1537248"/>
            <a:ext cx="2228180" cy="4990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19A8F65-A3A6-3C8B-DEF8-D5339F622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37248"/>
            <a:ext cx="2228181" cy="49900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288723C-3787-C82E-57C1-4FB54CDA0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688" y="1537249"/>
            <a:ext cx="2228180" cy="49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27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Documentación API</a:t>
            </a: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3C8868C-E2C5-CF69-DA91-1663A404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4" y="1486854"/>
            <a:ext cx="10388600" cy="24586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9C02183-FFD4-A453-63EE-99472845E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34" y="3950877"/>
            <a:ext cx="4995982" cy="257637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76DEAAF-6A7C-928B-6827-23A1EFE48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351" y="3945467"/>
            <a:ext cx="5234183" cy="25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3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Casos de Uso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BBCD9B-9CC5-36A6-7E76-C01AA9FB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828" y="1636992"/>
            <a:ext cx="8948343" cy="496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40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Control de versiones  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11067000" y="6365326"/>
            <a:ext cx="225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/>
              </a:rPr>
              <a:t>ver </a:t>
            </a:r>
            <a:r>
              <a:rPr lang="es-MX" sz="1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304" y="3537428"/>
            <a:ext cx="8076075" cy="298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907" y="1570222"/>
            <a:ext cx="8192871" cy="1858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35821" y="1746261"/>
            <a:ext cx="3495272" cy="2780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7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261</Words>
  <Application>Microsoft Office PowerPoint</Application>
  <PresentationFormat>Panorámica</PresentationFormat>
  <Paragraphs>33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Calibri</vt:lpstr>
      <vt:lpstr>Arial</vt:lpstr>
      <vt:lpstr>Roboto</vt:lpstr>
      <vt:lpstr>Work Sans Medium</vt:lpstr>
      <vt:lpstr>Work Sans Light</vt:lpstr>
      <vt:lpstr>Tema de Office</vt:lpstr>
      <vt:lpstr>Presentación de PowerPoint</vt:lpstr>
      <vt:lpstr>Integrantes</vt:lpstr>
      <vt:lpstr>Formulación del Proyecto </vt:lpstr>
      <vt:lpstr>Presentación de PowerPoint</vt:lpstr>
      <vt:lpstr>Presentación de PowerPoint</vt:lpstr>
      <vt:lpstr>Backend</vt:lpstr>
      <vt:lpstr>Frontend</vt:lpstr>
      <vt:lpstr>Aplicación Móvil </vt:lpstr>
      <vt:lpstr>Documentación API</vt:lpstr>
      <vt:lpstr>Casos de Uso</vt:lpstr>
      <vt:lpstr>Control de versiones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sneider458tique@hotmail.com</cp:lastModifiedBy>
  <cp:revision>3</cp:revision>
  <dcterms:modified xsi:type="dcterms:W3CDTF">2025-10-02T00:55:45Z</dcterms:modified>
</cp:coreProperties>
</file>