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7" r:id="rId9"/>
    <p:sldId id="268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Work Sans Light" pitchFamily="2" charset="0"/>
      <p:regular r:id="rId20"/>
      <p:bold r:id="rId21"/>
      <p:italic r:id="rId22"/>
      <p:boldItalic r:id="rId23"/>
    </p:embeddedFont>
    <p:embeddedFont>
      <p:font typeface="Work Sans Medium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6" name="Google Shape;1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9" name="Google Shape;1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88" name="Google Shape;1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97" name="Google Shape;1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about:blan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about:blan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about:blan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altertique/EduMultiPro.g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19231" y="-270850"/>
            <a:ext cx="12278859" cy="7704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descr="Window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l="-3150" t="-100000" r="3147" b="100000"/>
          <a:stretch/>
        </p:blipFill>
        <p:spPr>
          <a:xfrm>
            <a:off x="300470" y="206391"/>
            <a:ext cx="11891530" cy="148036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8004014" y="6085642"/>
            <a:ext cx="40548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Análisis y Desarrollo de Software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418657" y="4923904"/>
            <a:ext cx="3354686" cy="707846"/>
          </a:xfrm>
          <a:prstGeom prst="rect">
            <a:avLst/>
          </a:prstGeom>
          <a:noFill/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MX" sz="4000" b="1" i="0" u="none" strike="noStrike" cap="non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EduMultiPro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05705" y="946574"/>
            <a:ext cx="3667637" cy="3829584"/>
          </a:xfrm>
          <a:prstGeom prst="ellipse">
            <a:avLst/>
          </a:prstGeom>
          <a:noFill/>
          <a:ln w="6350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568"/>
              </a:srgbClr>
            </a:outerShdw>
          </a:effectLst>
        </p:spPr>
      </p:pic>
      <p:sp>
        <p:nvSpPr>
          <p:cNvPr id="101" name="Google Shape;101;p15" descr="Patrón abstracto con nube de acuarela azul sobre fondo blanco. Textura de  salpicaduras de agua de acuarela cian. Mancha de pintura de color pastel  vectorial. Fondo de acuarela azul | Vector Premium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Integrantes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4998126" y="2968556"/>
            <a:ext cx="5805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Johan Sneider Madrigal Tique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David Santiago Moralez Pachón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María Alejandra Villazón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 descr="弊社、取り扱い商品の条件 | 【美容ディーラー】 ビューティベンダー株式会社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644" y="2340091"/>
            <a:ext cx="4071377" cy="3505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Formulación del Proyecto 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7376088" y="2782710"/>
            <a:ext cx="264805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EduMultiPro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17"/>
          <p:cNvCxnSpPr/>
          <p:nvPr/>
        </p:nvCxnSpPr>
        <p:spPr>
          <a:xfrm>
            <a:off x="5736000" y="3802198"/>
            <a:ext cx="720000" cy="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7"/>
          <p:cNvSpPr txBox="1"/>
          <p:nvPr/>
        </p:nvSpPr>
        <p:spPr>
          <a:xfrm>
            <a:off x="5652117" y="3969098"/>
            <a:ext cx="6096000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digital de multi herramientas ofrece un portal que se centra 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punto de acceso único para estudiantes, docentes y administradores, donde podrán encontrar toda la información relevante del colegio de manera rápida y sencilla. Desde novedades institucionales hasta horarios de clases, tareas y trabajos asignados, todo está disponible en un solo lugar, facilitando la organización y la accesibilidad de la información educativa.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068" y="2227476"/>
            <a:ext cx="3774283" cy="348324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19" name="Google Shape;119;p17"/>
          <p:cNvSpPr txBox="1"/>
          <p:nvPr/>
        </p:nvSpPr>
        <p:spPr>
          <a:xfrm>
            <a:off x="10555111" y="6219473"/>
            <a:ext cx="14526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Ver Documento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8806" y="2167260"/>
            <a:ext cx="5848927" cy="357104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8"/>
          <p:cNvCxnSpPr>
            <a:stCxn id="125" idx="1"/>
          </p:cNvCxnSpPr>
          <p:nvPr/>
        </p:nvCxnSpPr>
        <p:spPr>
          <a:xfrm rot="10800000" flipH="1">
            <a:off x="950054" y="1094432"/>
            <a:ext cx="5042400" cy="480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7" name="Google Shape;127;p18"/>
          <p:cNvSpPr txBox="1"/>
          <p:nvPr/>
        </p:nvSpPr>
        <p:spPr>
          <a:xfrm>
            <a:off x="1200296" y="2890968"/>
            <a:ext cx="47829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 una plataforma digital integral que centralice y optimice la gestión académica y administrativa en instituciones educativas con múltiples herramientas esenciales para docentes y estudiantes, facilitando la comunicación, la organización y el acceso a la información educativa 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10336392" y="6362083"/>
            <a:ext cx="172134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Ver Documento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lang="es-MX" sz="2600" b="0" i="0" u="none" strike="noStrike" cap="non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9"/>
          <p:cNvCxnSpPr>
            <a:stCxn id="133" idx="1"/>
          </p:cNvCxnSpPr>
          <p:nvPr/>
        </p:nvCxnSpPr>
        <p:spPr>
          <a:xfrm rot="10800000" flipH="1">
            <a:off x="950054" y="1094432"/>
            <a:ext cx="5042400" cy="48000"/>
          </a:xfrm>
          <a:prstGeom prst="straightConnector1">
            <a:avLst/>
          </a:prstGeom>
          <a:noFill/>
          <a:ln w="508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" name="Google Shape;135;p19"/>
          <p:cNvSpPr txBox="1"/>
          <p:nvPr/>
        </p:nvSpPr>
        <p:spPr>
          <a:xfrm>
            <a:off x="324868" y="1837010"/>
            <a:ext cx="5547900" cy="5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-MX" sz="16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-Diseñar un portal educativo donde se publique todo tipo de noticias relevantes de la institución.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6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-MX" sz="16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-Centralizar la administración de cursos, horarios, materias, boletines y planillas para mejorar la eficiencia en la organización educativa.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6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-MX" sz="16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-Implementar un área de asignación y entrega de trabajos.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6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4"/>
              <a:buFont typeface="Arial"/>
              <a:buNone/>
            </a:pPr>
            <a:r>
              <a:rPr lang="es-MX" sz="16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-Ofrecer un espacio digital donde los estudiantes puedan consultar notas, tareas, y otros recursos académicos de manera ágil y accesible.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68287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endParaRPr sz="161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-MX" sz="161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-Crear una plataforma digital de múltiples funciones con el fin de mejorar la calidad y la formación de los aprendices que pertenezcan al entorno educativo.</a:t>
            </a:r>
            <a:endParaRPr sz="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0013" y="1376457"/>
            <a:ext cx="4118499" cy="4513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10505453" y="6330202"/>
            <a:ext cx="16865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Ver Documento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ES" dirty="0" err="1">
                <a:solidFill>
                  <a:schemeClr val="bg1"/>
                </a:solidFill>
              </a:rPr>
              <a:t>Backend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10444477" y="63729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es-MX" sz="18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MX" sz="1800" b="0" i="0" u="none" strike="noStrike" cap="none">
                <a:solidFill>
                  <a:schemeClr val="hlink"/>
                </a:solidFill>
                <a:highlight>
                  <a:schemeClr val="lt1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/>
              </a:rPr>
              <a:t>Tabulación</a:t>
            </a:r>
            <a:r>
              <a:rPr lang="es-MX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944818-57E2-B21B-40F3-9DD7D35C3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07" y="1642097"/>
            <a:ext cx="5651513" cy="225063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443013F-D5F1-5979-7347-FFBD29AC6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607" y="3980846"/>
            <a:ext cx="5651513" cy="27816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0D709D2-EDA3-D221-361B-2EA9DB593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0998" y="1642098"/>
            <a:ext cx="5651513" cy="225063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68ABBAB-9330-1548-AD2A-94FF06B55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0998" y="3980846"/>
            <a:ext cx="5651513" cy="23920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 dirty="0">
                <a:solidFill>
                  <a:schemeClr val="lt1"/>
                </a:solidFill>
                <a:latin typeface="Work Sans Medium"/>
                <a:sym typeface="Work Sans Medium"/>
              </a:rPr>
              <a:t>Frontend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B2CB4A-EBA2-4942-6A70-74B51F911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28" y="1570010"/>
            <a:ext cx="5373189" cy="253172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6BBBEE-E1F8-CF1E-C74D-6BE6DBB76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257" y="1570010"/>
            <a:ext cx="5683435" cy="25317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728BF72-F59F-F0C1-D446-D4F3EA332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028" y="4220226"/>
            <a:ext cx="5373189" cy="253172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D2F1A72-D4B1-A406-9E8F-F901F35C80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0256" y="4220225"/>
            <a:ext cx="5683435" cy="25317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Control de versiones  </a:t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11067000" y="6365326"/>
            <a:ext cx="225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chemeClr val="hlink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/>
              </a:rPr>
              <a:t>ver </a:t>
            </a:r>
            <a:r>
              <a:rPr lang="es-MX" sz="14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Githap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304" y="3537428"/>
            <a:ext cx="8076075" cy="2989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0907" y="1570222"/>
            <a:ext cx="8192871" cy="1858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35821" y="1746261"/>
            <a:ext cx="3495272" cy="2780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7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254</Words>
  <Application>Microsoft Office PowerPoint</Application>
  <PresentationFormat>Panorámica</PresentationFormat>
  <Paragraphs>30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Work Sans Medium</vt:lpstr>
      <vt:lpstr>Work Sans Light</vt:lpstr>
      <vt:lpstr>Calibri</vt:lpstr>
      <vt:lpstr>Arial</vt:lpstr>
      <vt:lpstr>Roboto</vt:lpstr>
      <vt:lpstr>Tema de Office</vt:lpstr>
      <vt:lpstr>Presentación de PowerPoint</vt:lpstr>
      <vt:lpstr>Integrantes</vt:lpstr>
      <vt:lpstr>Formulación del Proyecto </vt:lpstr>
      <vt:lpstr>Presentación de PowerPoint</vt:lpstr>
      <vt:lpstr>Presentación de PowerPoint</vt:lpstr>
      <vt:lpstr>Backend</vt:lpstr>
      <vt:lpstr>Frontend</vt:lpstr>
      <vt:lpstr>Control de versiones 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sneider458tique@hotmail.com</cp:lastModifiedBy>
  <cp:revision>2</cp:revision>
  <dcterms:modified xsi:type="dcterms:W3CDTF">2025-07-06T21:50:09Z</dcterms:modified>
</cp:coreProperties>
</file>